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5c872b57964d45" /><Relationship Type="http://schemas.openxmlformats.org/officeDocument/2006/relationships/extended-properties" Target="/docProps/app.xml" Id="R77955feabcc9410a" /><Relationship Type="http://schemas.openxmlformats.org/officeDocument/2006/relationships/officeDocument" Target="/ppt/presentation.xml" Id="R452646236e3f4b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90e974ee2549d0"/>
  </p:sldMasterIdLst>
  <p:notesMasterIdLst>
    <p:notesMasterId xmlns:r="http://schemas.openxmlformats.org/officeDocument/2006/relationships" r:id="R83ff3845706f4f29"/>
  </p:notesMasterIdLst>
  <p:sldIdLst>
    <p:sldId xmlns:r="http://schemas.openxmlformats.org/officeDocument/2006/relationships" id="256" r:id="R3220d6a17c274c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1ecc3135c04847" /><Relationship Type="http://schemas.openxmlformats.org/officeDocument/2006/relationships/slideMaster" Target="/ppt/slideMasters/slideMaster1.xml" Id="R9390e974ee2549d0" /><Relationship Type="http://schemas.openxmlformats.org/officeDocument/2006/relationships/notesMaster" Target="/ppt/notesMasters/notesMaster1.xml" Id="R83ff3845706f4f29" /><Relationship Type="http://schemas.openxmlformats.org/officeDocument/2006/relationships/presProps" Target="/ppt/presProps.xml" Id="R3991343af6614a67" /><Relationship Type="http://schemas.openxmlformats.org/officeDocument/2006/relationships/tableStyles" Target="/ppt/tableStyles.xml" Id="R5d5b472f38774d84" /><Relationship Type="http://schemas.openxmlformats.org/officeDocument/2006/relationships/slide" Target="/ppt/slides/slide1.xml" Id="R3220d6a17c274c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7ae8c59a914f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af387ce1d649bc" /><Relationship Type="http://schemas.openxmlformats.org/officeDocument/2006/relationships/notesMaster" Target="/ppt/notesMasters/notesMaster1.xml" Id="Rb16e5164975f43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 study verified against OmicSage config/runs/kuppe_heart.yaml, run_spatial_pipeline.py, saved reports/kuppe_heart and data/processed/kuppe_heart/01–07 checkpoints. Source: Kuppe et al., Spatial multi-omic map of human myocardial infarction, Nature 608, 766–777 (2022), https://doi.org/10.1038/s41586-022-05060-x. Only the published control subset was used here: Visium https://figshare.com/articles/dataset/Kuppe_Visium_Human_Heart_2022_Control/22132958 (file 39347357) and snRNA reference file 39347573. Spatial donors P1, P17, P7 and P8. This is a workflow implementation/benchmark, not a reproduction of the full myocardial-infarction disease analysis or spatial HCC analysis. QC counts 500–100000 and genes 200–10000; 19 spots removed, 11706 kept. No MT- feature symbols exist in ingested data and QC records zero matched mitochondrial genes: 20% cutoff did not provide an effective mitochondrial quality screen. Normalization to 10000 + log1p; 3000 Seurat-flavour HVGs; 50 PCs; expression KNN 15 neighbours/30 PCs; Leiden 0.5 yields five unannotated expression clusters. Expression clustering and spatial neighbour graphs are separate. Saved spatial_connectivities has 61021 stored adjacency entries, of which 49893 cross patient_region_id (81.76%), in both latest reduction and older downstream checkpoints; physical adjacency must be block diagonal per tissue section before Moran statistics or adjacency-based inference are interpreted. NNLS actually ran, not cell2location; reference cell_type_original, raw counts layer, 26698 shared genes, normalized coefficients reported as proportions rather than calibrated cell counts. Per_sample=true metadata is misleading for NNLS: implementation uses pooled reference signatures and solves each spot; only the cell2location branch implements a per-library fit loop. Adipocyte, Cycling cells and Fibroblast receive zero weights throughout; Endothelial mean 0.5695, Cardiomyocyte 0.3371, Lymphoid 0.0867. These are fitted coefficients, not established tissue composition. Zero/constant abundance and absolute-correlation ranking make some downstream marker lists unreliable. Tangram clusters mode projects 2000 genes; report rho=0.292 compares means for 50 overlapping genes, not held-out spatial prediction; no per-spot mapping score is available, so zero poor-score spots cannot establish success. Moran report lists 102/3000 FDR&lt;0.05; composition clustering lists 49 regions; GO prerank ranks Moran I, not differential expression, with one q&lt;0.05 among 1004 pathways. Do not call a negative NES pathway biologically downregulated. Ligand-receptor analysis was sq.gr.ligrec, seed42, 1000 permutations, expression-group test by dominant_cell_type; its call does not use spatial adjacency or an explicit colocalisation filter. Raw-p counts 8356 &lt;0.001 and 21452 &lt;0.05 are not FDR-validated spatial communication. Co-occurrence pools coordinates across sections; repeat per section. June16 ingest/reduce/cluster checkpoints coexist with June11–12 upstream provenance in deconvolve/downstream/impute: existing runner cache uses existence rather than input fingerprints. Rebuild graph per patient_region_id, invalidate descendants, validate signatures and marker sign/variance, use held-out gene validation, then interpret results. Future applications to liver niches are transferable questions, not completed analyses. Full audit: docs/interview_preparation/OMICSAGE_SPATIAL_CASE_STUDY_AUDIT.md.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2298dc0c542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d0ea69d13a4984" /><Relationship Type="http://schemas.openxmlformats.org/officeDocument/2006/relationships/slideLayout" Target="/ppt/slideLayouts/slideLayout1.xml" Id="R881656246c3241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1656246c3241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bd963d73a4330" /><Relationship Type="http://schemas.openxmlformats.org/officeDocument/2006/relationships/notesSlide" Target="/ppt/notesSlides/notesSlide1.xml" Id="Rf6415345046f49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8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D86E1-6AAC-4796-A5DB-6DA31077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09 / OMICSAGE SPATIAL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09E24-6CFC-4A6A-B246-A62BBE5C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Human-heart Visium + single-nucleus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5F689-7D7E-4F49-A17B-ABC17855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Kuppe et al., Nature 2022 · control subset · four donors / tissue sections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B9E86-C2A0-4725-B634-76BDBC67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907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QUESTION AND EXECUTED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52641-E5E8-4398-821C-01AE0309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Can reference cell-type signatures help</a:t>
            </a:r>
          </a:p>
          <a:p xmlns:a="http://schemas.openxmlformats.org/drawingml/2006/main">
            <a:pPr>
              <a:defRPr sz="1725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interpret mixed expression in tissue spots?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4C5C7-BF15-4020-9DA4-65A65EC0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5286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QC: 11,725 → 11,706 spots; 36,588 genes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Counts ≥500; detected genes ≥200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Normalize + log1p → 3,000 variable genes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50 PCs computed; 30 used for clustering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Expression graph → Leiden 0.5: five clusters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B4827-8026-4E53-ACB0-020B1B51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52863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NNLS: fit 11 reference cell-type signatures</a:t>
            </a:r>
          </a:p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Tangram: map cell-type averages to spots</a:t>
            </a:r>
          </a:p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Spatial analyses: Moran’s I, neighbourhoods,</a:t>
            </a:r>
          </a:p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composition regions and pathway ranking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382CF-7D38-4532-9B4A-67EC2E72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907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SAVED OUTPUTS AND THEIR LIMITS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286500" y="2495550"/>
          <a:ext xmlns:a="http://schemas.openxmlformats.org/drawingml/2006/main" cx="53340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62100"/>
                <a:gridCol w="3771900"/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Analysis</a:t>
                      </a:r>
                    </a:p>
                  </a:txBody>
                  <a:tcPr marL="114300" marR="95250" marT="114300" marB="114300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What the run supports</a:t>
                      </a:r>
                    </a:p>
                  </a:txBody>
                  <a:tcPr marL="114300" marR="95250" marT="114300" marB="114300">
                    <a:solidFill>
                      <a:srgbClr val="245466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NNLS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11 candidate types; several receive</a:t>
                      </a:r>
                    </a:p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zero weight — fits need validation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Tangram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2,000 genes projected; reported</a:t>
                      </a:r>
                    </a:p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mean-expression correlation ρ = 0.292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Spatial graph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≈82% of adjacency entries cross</a:t>
                      </a:r>
                    </a:p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tissue sections — rebuild per section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Moran’s I / niches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102 SVGs / 49 composition regions</a:t>
                      </a:r>
                    </a:p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reported; biological claims deferred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FB809-6D3F-4980-9160-8A0732BF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67425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A0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A04D"/>
                </a:solidFill>
                <a:latin typeface="Aptos"/>
                <a:ea typeface="Aptos"/>
                <a:cs typeface="Aptos"/>
              </a:rPr>
              <a:t>Delivered a checkpointed workflow; spatial biological conclusions require a corrected rerun.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2EF27-2CDA-4A99-92D4-6DB7A06D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1052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Control-only benchmark · mitochondrial genes absent from input · no disease-versus-control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035F4-E788-44B8-944D-7DC46C2F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31195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2026-10-04T22:03:50.6260000Z</dcterms:created>
  <dcterms:modified xsi:type="dcterms:W3CDTF">2026-10-04T22:03:50.6260000Z</dcterms:modified>
</coreProperties>
</file>