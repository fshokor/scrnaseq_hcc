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55c86e6e894136" /><Relationship Type="http://schemas.openxmlformats.org/officeDocument/2006/relationships/extended-properties" Target="/docProps/app.xml" Id="R6615342ffe924ab7" /><Relationship Type="http://schemas.openxmlformats.org/officeDocument/2006/relationships/officeDocument" Target="/ppt/presentation.xml" Id="R608151385379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42b1b2d4f4c41"/>
  </p:sldMasterIdLst>
  <p:notesMasterIdLst>
    <p:notesMasterId xmlns:r="http://schemas.openxmlformats.org/officeDocument/2006/relationships" r:id="Ra6ccc92e313a4ff4"/>
  </p:notesMasterIdLst>
  <p:sldIdLst>
    <p:sldId xmlns:r="http://schemas.openxmlformats.org/officeDocument/2006/relationships" id="256" r:id="R1117fbc02a41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b1e93ae31145ee" /><Relationship Type="http://schemas.openxmlformats.org/officeDocument/2006/relationships/slideMaster" Target="/ppt/slideMasters/slideMaster1.xml" Id="R21142b1b2d4f4c41" /><Relationship Type="http://schemas.openxmlformats.org/officeDocument/2006/relationships/notesMaster" Target="/ppt/notesMasters/notesMaster1.xml" Id="Ra6ccc92e313a4ff4" /><Relationship Type="http://schemas.openxmlformats.org/officeDocument/2006/relationships/presProps" Target="/ppt/presProps.xml" Id="Rdc6c48c36c574146" /><Relationship Type="http://schemas.openxmlformats.org/officeDocument/2006/relationships/tableStyles" Target="/ppt/tableStyles.xml" Id="Rf9d6e574f4554717" /><Relationship Type="http://schemas.openxmlformats.org/officeDocument/2006/relationships/slide" Target="/ppt/slides/slide1.xml" Id="R1117fbc02a41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fab5c1e06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230365f38481d" /><Relationship Type="http://schemas.openxmlformats.org/officeDocument/2006/relationships/notesMaster" Target="/ppt/notesMasters/notesMaster1.xml" Id="R22925e03236a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completed notebook 03 pooled evidence-score regression run. Inputs: gene/drug nodes on known unweighted DGIdb graph; typed node features and pair evidence/metadata. The composite target uses max-normalized DGIdb interaction evidence, recorded approval and hub centrality, weights 0.65/0.15/0.20. Publication/phase weights are zero. Approval is not HCC approval. Available score ingredients explain why a linear Ridge approximator nearly reconstructs the target. GraphSAGE selected among GNNs by mean validation MSE; Ridge best among learned approximators by validation. Displayed test metrics from results/tables/evidence_score_regression/pooled/test_metrics.csv, also docs/interview_preparation/model_comparison.csv. Gene × candidate alias groups kept together in label splits; train 19207, validation 4127, test 4118. Known graph associations remain visible during label holdout, so this is not novel-link or cold-start evaluation. Seeds 42/43/44 show initialization stability, not patient uncertainty. Only one test association has reference score &gt;0.5, limiting top-tail evaluation. No drug response, binding or efficacy ground truth. Primary prioritisation is the original transparent score, with biological/source review required. Subsequent audit found XIST mapped to HNRNPU in upstream STRING mapping: upstream hub features require mapping audit before biological validation, and these metrics describe the saved run rather than an independently validated therapeutic model. Supporting files: current notebook 03 provenance, test_metrics.csv, validation_comparison.csv and test_score_band_metrics.csv. Model parameters/provenance: {"hidden":64,"embed":32,"dropout":0.2,"lr":0.003,"weight_decay":0.0001,"epochs":300,"patience":40}.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079fba69a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8ab8337ba04584" /><Relationship Type="http://schemas.openxmlformats.org/officeDocument/2006/relationships/slideLayout" Target="/ppt/slideLayouts/slideLayout1.xml" Id="R91a14ebc8aa2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a14ebc8aa2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51eb76ca04414" /><Relationship Type="http://schemas.openxmlformats.org/officeDocument/2006/relationships/notesSlide" Target="/ppt/notesSlides/notesSlide1.xml" Id="R9f4900c3a6a4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2640D-7AAE-435A-B948-2B66AEB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08 / HCC GRAPH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D6F5F-E3D2-4337-9E49-228F1F4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Graph neural networks for evidence-score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4FE6-9CE2-46A7-AC0C-1EF9AE6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Task: estimate a constructed score for known drug–gene associations.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1A620-75AC-4514-BE53-964E103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INPUT AND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482B7-68EC-458E-808F-FCC6EB5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Bipartite graph: genes and drug database IDs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Edges: known DGIdb associations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Features: gene expression, hub scores and</a:t>
            </a:r>
          </a:p>
          <a:p xmlns:a="http://schemas.openxmlformats.org/drawingml/2006/main">
            <a:pPr>
              <a:defRPr sz="15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drug / interaction evidence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A598-439E-4722-8428-78EE884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Architectures: GCN, GAT and GraphSAGE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Grouped label splits; validation-only selection</a:t>
            </a:r>
          </a:p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Three initialization seeds per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97988-767B-4835-A3A1-F8A307CB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Target: 0.65 × interaction + 0.15 × approval</a:t>
            </a:r>
          </a:p>
          <a:p xmlns:a="http://schemas.openxmlformats.org/drawingml/2006/main">
            <a:pPr>
              <a:defRPr sz="1425" b="0">
                <a:solidFill>
                  <a:srgbClr val="F6A0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A04D"/>
                </a:solidFill>
                <a:latin typeface="Aptos"/>
                <a:ea typeface="Aptos"/>
                <a:cs typeface="Aptos"/>
              </a:rPr>
              <a:t>             + 0.20 × hub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22FE-66AC-477A-8733-6DD3B08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HELD-OUT TEST RESULTS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324600" y="2543175"/>
          <a:ext xmlns:a="http://schemas.openxmlformats.org/drawingml/2006/main" cx="523875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952625"/>
                <a:gridCol w="1143000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MSE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114300" marR="95250" marT="114300" marB="114300">
                    <a:solidFill>
                      <a:srgbClr val="24546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GraphSAGE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4.80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0.991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MLP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7.93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0.985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Without neighbors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6.83 × 10⁻⁵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0.987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1.18 × 10⁻¹¹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≈1.000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Training mean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5.41 × 10⁻³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−0.001</a:t>
                      </a:r>
                    </a:p>
                  </a:txBody>
                  <a:tcPr marL="114300" marR="95250" marT="114300" marB="114300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80AA7-4FEA-438A-AEF3-9216B85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Ridge best reconstructs the rule-derived score; the transparent ranking remains primary.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57778-DE38-49A9-9F92-2BC60A4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GraphSAGE wins among the tested GNNs. This evaluates score approximation on a known graph.</a:t>
            </a:r>
          </a:p>
          <a:p xmlns:a="http://schemas.openxmlformats.org/drawingml/2006/main">
            <a:pPr>
              <a:defRPr sz="1275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No experimental efficacy labels; no validation of novel links or responses in unseen drugs.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DA52F-B028-444B-B824-1ACC493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8177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pooled model run · baseline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4FA04-7D7C-4CF2-9A8E-0628DA3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4140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2026-10-04T21:41:08.1940000Z</dcterms:created>
  <dcterms:modified xsi:type="dcterms:W3CDTF">2026-10-04T21:41:08.1940000Z</dcterms:modified>
</coreProperties>
</file>