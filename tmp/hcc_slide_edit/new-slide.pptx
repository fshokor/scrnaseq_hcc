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6c2ac7bddb47fb" /><Relationship Type="http://schemas.openxmlformats.org/officeDocument/2006/relationships/extended-properties" Target="/docProps/app.xml" Id="R8e37d0fb64e8487d" /><Relationship Type="http://schemas.openxmlformats.org/officeDocument/2006/relationships/officeDocument" Target="/ppt/presentation.xml" Id="R3ecfa09130e740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6750550fe94846"/>
  </p:sldMasterIdLst>
  <p:notesMasterIdLst>
    <p:notesMasterId xmlns:r="http://schemas.openxmlformats.org/officeDocument/2006/relationships" r:id="R15f02b48180b466c"/>
  </p:notesMasterIdLst>
  <p:sldIdLst>
    <p:sldId xmlns:r="http://schemas.openxmlformats.org/officeDocument/2006/relationships" id="256" r:id="R895a76334bf7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a1cacf6fea470f" /><Relationship Type="http://schemas.openxmlformats.org/officeDocument/2006/relationships/slideMaster" Target="/ppt/slideMasters/slideMaster1.xml" Id="R646750550fe94846" /><Relationship Type="http://schemas.openxmlformats.org/officeDocument/2006/relationships/notesMaster" Target="/ppt/notesMasters/notesMaster1.xml" Id="R15f02b48180b466c" /><Relationship Type="http://schemas.openxmlformats.org/officeDocument/2006/relationships/presProps" Target="/ppt/presProps.xml" Id="R8a7515c5a5f34f4a" /><Relationship Type="http://schemas.openxmlformats.org/officeDocument/2006/relationships/tableStyles" Target="/ppt/tableStyles.xml" Id="R6c739acc282d4dc1" /><Relationship Type="http://schemas.openxmlformats.org/officeDocument/2006/relationships/slide" Target="/ppt/slides/slide1.xml" Id="R895a76334bf7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6d36663d754d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c7de36fabc443c" /><Relationship Type="http://schemas.openxmlformats.org/officeDocument/2006/relationships/notesMaster" Target="/ppt/notesMasters/notesMaster1.xml" Id="Rb1cb9f8c82fe46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pooled HCC2-versus-HCC1 results, not malignant-cell comparisons. APOA2 log2FC -12.198462; SERPINA1 -6.4540467; FTL -4.614934. All meet FDR &lt;0.05 and absolute log2FC &gt;=1. Stored gene FDR values underflow to zero and must not be called literally zero probabilities. KEGG cholesterol metabolism NES -2.28463661861109, adjusted p 9.56994237462538e-09; complement and coagulation cascades NES -2.34291493486101, adjusted p 4.32318970305741e-13; ferroptosis NES -2.08599306895663, adjusted p 8.63458370357047e-06. Each selected gene is verified in the corresponding leading edge. Negative NES is relative enrichment, not functional pathway suppression. APOA2 detection in HCC1 T cells is 93.3%, raising ambient RNA/technical concerns. Only one HCC2 hepatocyte-labelled cell is present. HCC1/HCC2 labels follow Wang, with source-metadata ambiguity. No validated efficacy claim: SERPINA1-IGMESINE is a database association with unresolved mechanism; no FTL drug association in the current snapshot. See docs/interview_preparation/FIVE_PAPER_GENES_AUDIT.md and supporting CSVs. Biological sources: https://www.ncbi.nlm.nih.gov/gene/336/ ; https://medlineplus.gov/genetics/gene/serpina1/ ; https://www.ncbi.nlm.nih.gov/gene/2512 . Reference: https://doi.org/10.1038/s41698-025-00952-3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1831af49c47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bbab4aacd24142" /><Relationship Type="http://schemas.openxmlformats.org/officeDocument/2006/relationships/slideLayout" Target="/ppt/slideLayouts/slideLayout1.xml" Id="R32d7aa6b85d4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d7aa6b85d4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4e098713c487a" /><Relationship Type="http://schemas.openxmlformats.org/officeDocument/2006/relationships/notesSlide" Target="/ppt/notesSlides/notesSlide1.xml" Id="R0dc3277c52874d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40176-4F97-4098-8329-61E0D04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07 / HCC GENE AND PATHWAY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D8386-C34C-4B22-B4A7-B7312B7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Selected genes with lower expression in HCC2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1FBF6-0BB3-4D5D-8AAB-6A0E7AF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Pooled HCC2 versus HCC1 comparison. Each gene belongs to the listed GSEA leading edge.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20574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1066800"/>
                <a:gridCol w="3505200"/>
                <a:gridCol w="5219700"/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Gene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log2FC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Enriched gene set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Biological context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APOA2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−12.20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Cholesterol metabolism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−2.28  ·  FDR 9.57 × 10⁻⁹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Lipoprotein transport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Lower contribution of liver-associated transcripts.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SERPINA1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−6.45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Complement and coagulation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−2.34  ·  FDR 4.32 × 10⁻¹³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Alpha-1 antitrypsin / protease regulation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Lower contribution of secreted-protein transcripts.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FTL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−4.61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Ferroptosis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−2.09  ·  FDR 8.63 × 10⁻⁶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Ferritin light chain / iron storage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Iron-related expression differs between samples.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31D66-3E21-4AD6-A74A-9EFEEDA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These are sample-associated differences, not confirmed changes in malignant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857BF-A4F7-47B8-AF62-1424527C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One sample per group; composition and possible ambient RNA remain. Negative NES favors HCC1.</a:t>
            </a:r>
          </a:p>
          <a:p xmlns:a="http://schemas.openxmlformats.org/drawingml/2006/main">
            <a:pPr>
              <a:defRPr sz="13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Expression and enrichment do not establish functional activity or drug efficacy.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8B913-A07D-4814-8FF0-7A0F977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Current DE and GSEA results · GSE166635 · selected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B84F2-E56E-4874-898A-2AAF6AB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8618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2026-10-04T21:30:29.0690000Z</dcterms:created>
  <dcterms:modified xsi:type="dcterms:W3CDTF">2026-10-04T21:30:29.0690000Z</dcterms:modified>
</coreProperties>
</file>